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926080"/>
            <a:ext cx="8229600" cy="8229600"/>
          </a:xfrm>
          <a:prstGeom prst="ellipse">
            <a:avLst/>
          </a:prstGeom>
          <a:solidFill>
            <a:srgbClr val="1332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7315200" cy="7315200"/>
          </a:xfrm>
          <a:prstGeom prst="ellipse">
            <a:avLst/>
          </a:prstGeom>
          <a:solidFill>
            <a:srgbClr val="0E2A3D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112E44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-1828800"/>
            <a:ext cx="7772400" cy="777240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-914400"/>
            <a:ext cx="6035040" cy="603504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ln w="30480">
            <a:solidFill>
              <a:srgbClr val="4DE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4864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146304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91440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0" y="219456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475488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9184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0" y="5303520"/>
            <a:ext cx="54864" cy="54864"/>
          </a:xfrm>
          <a:prstGeom prst="ellipse">
            <a:avLst/>
          </a:prstGeom>
          <a:solidFill>
            <a:srgbClr val="3FBAC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868680"/>
            <a:ext cx="3383280" cy="402336"/>
          </a:xfrm>
          <a:prstGeom prst="roundRect">
            <a:avLst>
              <a:gd name="adj" fmla="val 18182"/>
            </a:avLst>
          </a:prstGeom>
          <a:solidFill>
            <a:srgbClr val="112E44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8686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&amp; DEVOPS INTERNSHIP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868680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112E44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8686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 – 14 JUL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14173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Static Website Hosting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CI/CD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58368" y="3063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automated, secure, and globally distributed cloud hosting pipeline built on Amazon Web Services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703320"/>
            <a:ext cx="2743200" cy="0"/>
          </a:xfrm>
          <a:prstGeom prst="line">
            <a:avLst/>
          </a:prstGeom>
          <a:noFill/>
          <a:ln w="19050">
            <a:solidFill>
              <a:srgbClr val="4DE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3200400"/>
            <a:ext cx="1737360" cy="1737360"/>
          </a:xfrm>
          <a:prstGeom prst="ellipse">
            <a:avLst/>
          </a:prstGeom>
          <a:solidFill>
            <a:srgbClr val="0D2438"/>
          </a:solidFill>
          <a:ln w="19050">
            <a:solidFill>
              <a:srgbClr val="4DE8E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703320"/>
            <a:ext cx="731520" cy="731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58368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58368" y="426110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Sumana Bethala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J. Lovababu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" y="49560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State Skill Development Corporation (APSSDC)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" y="5486400"/>
            <a:ext cx="1097280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58368" y="58978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Sandeep Gedela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Hemavardhan Ram Sai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Hima Vardhan Laxman Sai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035040" y="58978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Penugonda Manasa Lakshmi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Revtish Muthineni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6936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6002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380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468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337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5067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337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0080" y="42062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" y="4206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37540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2062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40080" y="507492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" y="5074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524408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874520" y="50749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640080" y="59436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7240" y="59436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6112764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874520" y="5943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450" dirty="0"/>
          </a:p>
        </p:txBody>
      </p:sp>
      <p:sp>
        <p:nvSpPr>
          <p:cNvPr id="30" name="Shape 22"/>
          <p:cNvSpPr/>
          <p:nvPr/>
        </p:nvSpPr>
        <p:spPr>
          <a:xfrm>
            <a:off x="6309360" y="16002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446520" y="1600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769364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543800" y="16002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34" name="Shape 25"/>
          <p:cNvSpPr/>
          <p:nvPr/>
        </p:nvSpPr>
        <p:spPr>
          <a:xfrm>
            <a:off x="6309360" y="24688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44652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2638044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543800" y="2468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450" dirty="0"/>
          </a:p>
        </p:txBody>
      </p:sp>
      <p:sp>
        <p:nvSpPr>
          <p:cNvPr id="38" name="Shape 28"/>
          <p:cNvSpPr/>
          <p:nvPr/>
        </p:nvSpPr>
        <p:spPr>
          <a:xfrm>
            <a:off x="6309360" y="3337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6446520" y="3337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3506724"/>
            <a:ext cx="347472" cy="34747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543800" y="3337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450" dirty="0"/>
          </a:p>
        </p:txBody>
      </p:sp>
      <p:sp>
        <p:nvSpPr>
          <p:cNvPr id="42" name="Shape 31"/>
          <p:cNvSpPr/>
          <p:nvPr/>
        </p:nvSpPr>
        <p:spPr>
          <a:xfrm>
            <a:off x="6309360" y="42062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446520" y="42062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375404"/>
            <a:ext cx="347472" cy="34747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543800" y="42062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50" dirty="0"/>
          </a:p>
        </p:txBody>
      </p:sp>
      <p:sp>
        <p:nvSpPr>
          <p:cNvPr id="46" name="Shape 34"/>
          <p:cNvSpPr/>
          <p:nvPr/>
        </p:nvSpPr>
        <p:spPr>
          <a:xfrm>
            <a:off x="6309360" y="507492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6446520" y="5074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5244084"/>
            <a:ext cx="347472" cy="34747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543800" y="50749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50" name="Shape 37"/>
          <p:cNvSpPr/>
          <p:nvPr/>
        </p:nvSpPr>
        <p:spPr>
          <a:xfrm>
            <a:off x="6309360" y="59436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6446520" y="59436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6112764"/>
            <a:ext cx="347472" cy="34747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543800" y="5943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4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has transformed how organizations deploy and scale web applications, removing the limits of traditional physical infrastructure. Amazon Web Services (AWS) offers a fully managed path to host, deliver, and automatically update a static website — combining storage, a global CDN, and a DevOps pipeline into one cohesive workflow.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hosts a responsive static website on Amazon S3, accelerates delivery worldwide with Amazon CloudFront, and automatically redeploys the site the moment new code lands in GitHub — with IAM, CloudWatch, and SNS layered in for security and visibility.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600200"/>
            <a:ext cx="4709160" cy="1051560"/>
          </a:xfrm>
          <a:prstGeom prst="roundRect">
            <a:avLst>
              <a:gd name="adj" fmla="val 869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19656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1673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integrated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2834640"/>
            <a:ext cx="4709160" cy="1051560"/>
          </a:xfrm>
          <a:prstGeom prst="roundRect">
            <a:avLst>
              <a:gd name="adj" fmla="val 869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054096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29077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772400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steps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0" y="4069080"/>
            <a:ext cx="4709160" cy="1051560"/>
          </a:xfrm>
          <a:prstGeom prst="roundRect">
            <a:avLst>
              <a:gd name="adj" fmla="val 869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88536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41422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772400" y="4617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is manual, slow, and error-prone — and without a CDN or monitoring, websites suffer higher latency and blind spots in operations.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163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files by hand is time-consuming and increases the risk of human error.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7472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0332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8163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0332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directly from one region slows page loads for distant users.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3796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8163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Monitoring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3796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visibility into traffic and errors, issues go unnoticed.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44000" y="24231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72600" y="267919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8163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3474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Access Control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7260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buckets and shared credentials raise security risk.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916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static website on Amazon S3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16916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delivery globally with CloudFront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249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587752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releases with AWS CodePipeline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63640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2491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2587752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GitHub as the source repository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210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3483864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with Origin Access Control (OAC)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263640" y="35295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621024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3483864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least-privilege IAM roles &amp; groups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17136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34440" y="43799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infrastructure with CloudWatch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6263640" y="4425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517136"/>
            <a:ext cx="274320" cy="274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58000" y="43799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real-time alerts via Amazon SNS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2075688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280160" y="16642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website development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" y="2642616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80160" y="22311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S3 bucket &amp; upload website files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8254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" y="3209544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80160" y="279806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CloudFront + Origin Access Control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39242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" y="3776472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280160" y="336499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IAM users, groups &amp; least-privilege roles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959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" y="4343400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28016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repository to AWS CodePipeline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526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7824" y="4910328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280160" y="44988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build &amp; deploy on every commit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0932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77824" y="5477256"/>
            <a:ext cx="0" cy="182880"/>
          </a:xfrm>
          <a:prstGeom prst="line">
            <a:avLst/>
          </a:prstGeom>
          <a:noFill/>
          <a:ln w="19050">
            <a:solidFill>
              <a:srgbClr val="27506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280160" y="5065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CloudWatch dashboard &amp; alarms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5660136"/>
            <a:ext cx="384048" cy="38404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563270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SNS for email alerts, then test &amp; validate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78040" y="1645920"/>
            <a:ext cx="4343400" cy="4526280"/>
          </a:xfrm>
          <a:prstGeom prst="roundRect">
            <a:avLst>
              <a:gd name="adj" fmla="val 252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STAGES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52360" y="233172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441448"/>
            <a:ext cx="347472" cy="34747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046720" y="23317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9052560" y="2862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452360" y="3081528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191256"/>
            <a:ext cx="347472" cy="34747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046720" y="30815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Stage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9052560" y="36118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7452360" y="3831336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941064"/>
            <a:ext cx="347472" cy="347472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046720" y="38313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Stage</a:t>
            </a:r>
            <a:endParaRPr lang="en-US" sz="1250" dirty="0"/>
          </a:p>
        </p:txBody>
      </p:sp>
      <p:sp>
        <p:nvSpPr>
          <p:cNvPr id="50" name="Text 45"/>
          <p:cNvSpPr/>
          <p:nvPr/>
        </p:nvSpPr>
        <p:spPr>
          <a:xfrm>
            <a:off x="9052560" y="43616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7452360" y="4581144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690872"/>
            <a:ext cx="347472" cy="34747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046720" y="45811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Bucket</a:t>
            </a:r>
            <a:endParaRPr lang="en-US" sz="1250" dirty="0"/>
          </a:p>
        </p:txBody>
      </p:sp>
      <p:sp>
        <p:nvSpPr>
          <p:cNvPr id="54" name="Text 48"/>
          <p:cNvSpPr/>
          <p:nvPr/>
        </p:nvSpPr>
        <p:spPr>
          <a:xfrm>
            <a:off x="9052560" y="511149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E8E0"/>
                </a:solidFill>
              </a:rPr>
              <a:t>▾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7452360" y="5330952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123249"/>
          </a:solidFill>
          <a:ln w="12700">
            <a:solidFill>
              <a:srgbClr val="234A63"/>
            </a:solidFill>
            <a:prstDash val="solid"/>
          </a:ln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5440680"/>
            <a:ext cx="347472" cy="347472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046720" y="53309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via CloudFront</a:t>
            </a:r>
            <a:endParaRPr lang="en-US" sz="1250" dirty="0"/>
          </a:p>
        </p:txBody>
      </p:sp>
      <p:sp>
        <p:nvSpPr>
          <p:cNvPr id="58" name="Text 5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Web Services (AWS)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CodePipeline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AWS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78308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9019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&amp; fully managed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452360" y="256032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2679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2560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low-latency delivery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452360" y="333756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345643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92440" y="3337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least-privilege access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452360" y="4114800"/>
            <a:ext cx="502920" cy="502920"/>
          </a:xfrm>
          <a:prstGeom prst="ellipse">
            <a:avLst/>
          </a:prstGeom>
          <a:solidFill>
            <a:srgbClr val="0F23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42336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92440" y="4114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Push-to-deploy automation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and stores static website files with high durability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CDN for low-latency, HTTPS content 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CodePipeline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build &amp; deployment on every GitHub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Role-based, least-privilege access for users and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and alarms for real-time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DE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9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email alerts when alarm thresholds are breached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0756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4320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04" y="20756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84632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20756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62940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94944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244" y="207568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73252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9052560" y="196596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207568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423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via Origin Access Control (OAC)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37860" y="2834640"/>
            <a:ext cx="0" cy="868680"/>
          </a:xfrm>
          <a:prstGeom prst="line">
            <a:avLst/>
          </a:prstGeom>
          <a:noFill/>
          <a:ln w="15875">
            <a:solidFill>
              <a:srgbClr val="9FB8C9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173736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5164" y="3813048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3736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352044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740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384048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8284" y="3813048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4048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562356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740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26"/>
          <p:cNvSpPr/>
          <p:nvPr/>
        </p:nvSpPr>
        <p:spPr>
          <a:xfrm>
            <a:off x="594360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404" y="3813048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4360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772668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740"/>
                </a:solidFill>
              </a:rPr>
              <a:t>→</a:t>
            </a:r>
            <a:endParaRPr lang="en-US" sz="2000" dirty="0"/>
          </a:p>
        </p:txBody>
      </p:sp>
      <p:sp>
        <p:nvSpPr>
          <p:cNvPr id="39" name="Shape 29"/>
          <p:cNvSpPr/>
          <p:nvPr/>
        </p:nvSpPr>
        <p:spPr>
          <a:xfrm>
            <a:off x="8046720" y="370332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3970">
            <a:solidFill>
              <a:srgbClr val="F4B740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4524" y="3813048"/>
            <a:ext cx="347472" cy="34747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046720" y="4160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2" name="Text 31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GitHub triggers CodePipeline, which redeploys to S3; CloudFront then serves the update globally, while CloudWatch and SNS keep watch around the clock.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848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S3 Bucket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files are never publicly exposed; only CloudFront can reach them.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848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Access Control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0332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OAC restricts the S3 origin so requests must pass through CloudFront.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848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53796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users and groups get only the permissions their role needs.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4400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72600" y="1947672"/>
            <a:ext cx="640080" cy="640080"/>
          </a:xfrm>
          <a:prstGeom prst="ellipse">
            <a:avLst/>
          </a:prstGeom>
          <a:solidFill>
            <a:srgbClr val="0D2438"/>
          </a:solidFill>
          <a:ln w="12700">
            <a:solidFill>
              <a:srgbClr val="4DE8E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0848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7260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enforces encrypted delivery for every visitor.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 Structure:  Administrator  →  S3 Team  ·  CloudFront Team  ·  CloudWatch Team  ·  CodePipeline Team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website loading &amp; responsiveness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CloudFront global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Access Control (OAC)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→ CodePipeline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deployment to 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dashboard &amp; alarm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email notification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permission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69164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0F2338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18288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635240" y="2606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333756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4747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635240" y="4251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redeployments needed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196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190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Propagation Delay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1719072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distributions took several minutes to become globally available.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50545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791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786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OAC &amp; Bucket Policy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257860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policy had to be updated precisely for CloudFront to fetch objects.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6499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387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381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46320" y="343814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minimal access with each teammate's actual responsibilities.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2245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9826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2976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42976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GitHub permissions correctly before deployments ran cleanly.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508406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5157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 Tuning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46320" y="515721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meaningful CloudWatch metrics and thresholds for real alerts.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D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via Route 53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6032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08483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with AWS Certificate Manager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39496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848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(Terraform/CFN)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22960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4400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7260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08483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2688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for web application security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06424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7939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as an alternate CI/CD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256032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47472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70332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4279392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5760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Insights for deep analysis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39496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30936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4279392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9224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for resilience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822960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914400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7260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1472" y="4279392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326880" y="4846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stage in the pipeline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1106424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D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4754880" cy="475488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ln w="15875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E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delivers a secure, automated, and globally distributed static website hosting solution on AWS. By combining Amazon S3, CloudFront, CodePipeline, IAM, CloudWatch, and SNS, every GitHub commit now flows into production without manual intervention — while monitoring and alerting keep the system observable and trustworthy.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3474720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deployment steps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3474720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low-latency delivery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3474720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secure access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0" y="3246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338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132" y="3474720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&amp; alerts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0080" y="5074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represents the successful completion of the AWS Cloud &amp; DevOps Internship at APSSDC, reflecting hands-on mastery of cloud architecture, DevOps automation, and security best practices.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926080"/>
            <a:ext cx="8229600" cy="8229600"/>
          </a:xfrm>
          <a:prstGeom prst="ellipse">
            <a:avLst/>
          </a:prstGeom>
          <a:solidFill>
            <a:srgbClr val="1332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7315200" cy="7315200"/>
          </a:xfrm>
          <a:prstGeom prst="ellipse">
            <a:avLst/>
          </a:prstGeom>
          <a:solidFill>
            <a:srgbClr val="0E2A3D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-1828800"/>
            <a:ext cx="7498080" cy="749808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ln w="12700">
            <a:solidFill>
              <a:srgbClr val="224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ln w="27940">
            <a:solidFill>
              <a:srgbClr val="4DE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2377440" cy="0"/>
          </a:xfrm>
          <a:prstGeom prst="line">
            <a:avLst/>
          </a:prstGeom>
          <a:noFill/>
          <a:ln w="19050">
            <a:solidFill>
              <a:srgbClr val="4DE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2316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Static Website Hosting with CI/CD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Sandeep Gedela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Hemavardhan Ram Sai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Tedlapu Hima Vardhan Laxman Sai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5216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Penugonda Manasa Lakshmi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Revtish Muthineni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github.com/saisandeepgedela18/AWS-Static-Website-Hosting-with-CI-CD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Static Website Hosting with CI/CD</dc:title>
  <dc:subject>PptxGenJS Presentation</dc:subject>
  <dc:creator>Sai Sandeep Gedela</dc:creator>
  <cp:lastModifiedBy>Sai Sandeep Gedela</cp:lastModifiedBy>
  <cp:revision>1</cp:revision>
  <dcterms:created xsi:type="dcterms:W3CDTF">2026-07-08T18:16:24Z</dcterms:created>
  <dcterms:modified xsi:type="dcterms:W3CDTF">2026-07-08T18:16:24Z</dcterms:modified>
</cp:coreProperties>
</file>